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ject" id="{75cd9fc6-c284-3b94-455d-f72f4b1cb42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32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232B"/>
                </a:solidFill>
                <a:latin typeface="+mn-lt"/>
              </a:rPr>
              <a:t>R2 score (higher is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R2 Score</c:v>
                </c:pt>
              </c:strCache>
            </c:strRef>
          </c:tx>
          <c:spPr>
            <a:solidFill>
              <a:srgbClr val="5C7A8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3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C7A8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C7A8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C7A89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Linear Reg.</c:v>
                  </c:pt>
                  <c:pt idx="1">
                    <c:v>Decision Tree</c:v>
                  </c:pt>
                  <c:pt idx="2">
                    <c:v>Random Forest</c:v>
                  </c:pt>
                  <c:pt idx="3">
                    <c:v>Gradient Boost.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0.37</c:v>
                </c:pt>
                <c:pt idx="1">
                  <c:v>0.54</c:v>
                </c:pt>
                <c:pt idx="2">
                  <c:v>0.74</c:v>
                </c:pt>
                <c:pt idx="3">
                  <c:v>0.41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423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4232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3E6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7A8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4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80160"/>
            <a:ext cx="8046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8016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Appliances Energy Prediction using Regression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Presented by Priya Lakshmi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Dataset: UCI Machine Learning Repository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About the project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4572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Predicts how much energy household appliances use (in Wh)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Uses room temperature, humidity, outdoor weather and time of day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Compares 4 regression models to find the most accurate one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Best result: Random Forest with R2 = 0.74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0" y="1371600"/>
            <a:ext cx="3108960" cy="3108960"/>
          </a:xfrm>
          <a:prstGeom prst="roundRect">
            <a:avLst>
              <a:gd name="adj" fmla="val 35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0" y="1645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760720" y="2194560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Appliances energy use from sensor and weather data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Dataset source and description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291840" cy="3200400"/>
          </a:xfrm>
          <a:prstGeom prst="roundRect">
            <a:avLst>
              <a:gd name="adj" fmla="val 34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Collected from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031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UCI Machine Learning Repository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49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File: energydata_complete.csv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1371600"/>
            <a:ext cx="4389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Readings from a low-energy house, every 10 minutes for about 4.5 months (Jan to May 2016)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Indoor temperature and humidity from 9 rooms, measured by wireless sensors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Appliance and lights energy logged by energy meters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Outdoor weather from the nearest airport weather station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Two random variables (rv1, rv2) added for testing models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Shape of the data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9319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92024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19,735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accent4"/>
                </a:solidFill>
              </a:rPr>
              <a:t>Rows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663440" y="1463040"/>
            <a:ext cx="39319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63440" y="192024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30175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accent4"/>
                </a:solidFill>
              </a:rPr>
              <a:t>Columns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Shape = (19735, 29)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Features and target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743200" cy="3200400"/>
          </a:xfrm>
          <a:prstGeom prst="roundRect">
            <a:avLst>
              <a:gd name="adj" fmla="val 4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45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TARGET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945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Appliances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0175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Energy used by appliances (Wh), the value we predict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137160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Features (28)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Indoor: T1-T9 (temperature), RH_1-RH_9 (humidity)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Outdoor: T_out, Press_mm_hg, RH_out, Windspeed, Visibility, Tdewpoint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Others: lights, rv1, rv2, date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EDA and preprocessing done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3840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Exploring the data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head, tail, shape, columns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info and describe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Missing values and duplicates (none)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Correlation matrix and heatmap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Target value counts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Boxplot to find outliers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754880" y="1371600"/>
            <a:ext cx="3840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Preparing the data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Outlier capping using IQR rule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Hour taken from date, then one-hot encoded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StandardScaler for feature scaling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Train-test split: 80% / 20%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15,788 train rows, 3,947 test rows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Algorithms used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920240" cy="23774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169164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148840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Linear Regression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880360"/>
            <a:ext cx="1700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Fits a straight line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87752" y="1554480"/>
            <a:ext cx="1920240" cy="23774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97480" y="169164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2148840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Decision Tree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2880360"/>
            <a:ext cx="1700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Splits data with rules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26864" y="155448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FDEFD3"/>
          </a:solidFill>
          <a:ln w="12700">
            <a:solidFill>
              <a:srgbClr val="FDEFD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36592" y="169164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736592" y="2148840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Random Forest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736592" y="2880360"/>
            <a:ext cx="1700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Averages 100 trees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65976" y="1554480"/>
            <a:ext cx="1920240" cy="23774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75704" y="169164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775704" y="2148840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Gradient Boosting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775704" y="2880360"/>
            <a:ext cx="1700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100 trees fixing earlier errors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Evaluation metrics used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9319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Average error in Wh. Lower is better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371600"/>
            <a:ext cx="39319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5544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MSE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21488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Average of squared errors. Lower is better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39319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200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RMSE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7947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Square root of MSE, in Wh. Lower is better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3017520"/>
            <a:ext cx="39319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37760" y="3200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R2 Score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37947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Share of variation explained. Closer to 1 is better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Best algorithm: Random Forest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280160"/>
          <a:ext cx="44805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371600"/>
          <a:ext cx="34747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40080"/>
                <a:gridCol w="731520"/>
                <a:gridCol w="6400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MAE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RMSE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32B"/>
                          </a:solidFill>
                        </a:rPr>
                        <a:t>Linear Regression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232B"/>
                          </a:solidFill>
                        </a:rPr>
                        <a:t>25.04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232B"/>
                          </a:solidFill>
                        </a:rPr>
                        <a:t>34.29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232B"/>
                          </a:solidFill>
                        </a:rPr>
                        <a:t>0.37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32B"/>
                          </a:solidFill>
                        </a:rPr>
                        <a:t>Decision Tree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232B"/>
                          </a:solidFill>
                        </a:rPr>
                        <a:t>16.7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232B"/>
                          </a:solidFill>
                        </a:rPr>
                        <a:t>29.4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232B"/>
                          </a:solidFill>
                        </a:rPr>
                        <a:t>0.54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32B"/>
                          </a:solidFill>
                        </a:rPr>
                        <a:t>Random Forest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232B"/>
                          </a:solidFill>
                        </a:rPr>
                        <a:t>14.69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232B"/>
                          </a:solidFill>
                        </a:rPr>
                        <a:t>22.13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232B"/>
                          </a:solidFill>
                        </a:rPr>
                        <a:t>0.74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D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32B"/>
                          </a:solidFill>
                        </a:rPr>
                        <a:t>Gradient Boosting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232B"/>
                          </a:solidFill>
                        </a:rPr>
                        <a:t>23.84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232B"/>
                          </a:solidFill>
                        </a:rPr>
                        <a:t>33.15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232B"/>
                          </a:solidFill>
                        </a:rPr>
                        <a:t>0.41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48640" y="4160520"/>
            <a:ext cx="8046720" cy="640080"/>
          </a:xfrm>
          <a:prstGeom prst="roundRect">
            <a:avLst>
              <a:gd name="adj" fmla="val 1714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Random Forest: R2 0.74, RMSE 22.13 Wh, MAE 14.69 Wh. It has the lowest error and highest R2.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Conclusion and future scope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3840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</a:rPr>
              <a:t>Conclusion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Four regression models were compared on 19,735 records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Random Forest is the best: R2 0.74, RMSE 22.13 Wh, MAE 14.69 Wh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Linear Regression (R2 0.37) is too simple for this data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754880" y="1371600"/>
            <a:ext cx="3840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</a:rPr>
              <a:t>Future scope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Tune hyperparameters with GridSearchCV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Try XGBoost or LightGBM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Use a time-based split and lag features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Cap outliers on input features only, not the target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8016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Thank You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Priya Lakshmi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Questions are welcome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nergyDeck">
  <a:themeElements>
    <a:clrScheme name="EnergyDeck">
      <a:dk1>
        <a:srgbClr val="14232B"/>
      </a:dk1>
      <a:lt1>
        <a:srgbClr val="FFFFFF"/>
      </a:lt1>
      <a:dk2>
        <a:srgbClr val="1F3A45"/>
      </a:dk2>
      <a:lt2>
        <a:srgbClr val="F3F5F4"/>
      </a:lt2>
      <a:accent1>
        <a:srgbClr val="F5A623"/>
      </a:accent1>
      <a:accent2>
        <a:srgbClr val="2A9D8F"/>
      </a:accent2>
      <a:accent3>
        <a:srgbClr val="E76F51"/>
      </a:accent3>
      <a:accent4>
        <a:srgbClr val="5C7A89"/>
      </a:accent4>
      <a:accent5>
        <a:srgbClr val="8AB17D"/>
      </a:accent5>
      <a:accent6>
        <a:srgbClr val="C9CED1"/>
      </a:accent6>
      <a:hlink>
        <a:srgbClr val="2A9D8F"/>
      </a:hlink>
      <a:folHlink>
        <a:srgbClr val="5C7A89"/>
      </a:folHlink>
    </a:clrScheme>
    <a:fontScheme name="EnergyDec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Appliances Energy Prediction using Regression</dc:title>
  <dc:subject>PptxGenJS Presentation</dc:subject>
  <dc:creator>Priya Lakshmi</dc:creator>
  <cp:lastModifiedBy>Priya Lakshmi</cp:lastModifiedBy>
  <cp:revision>1</cp:revision>
  <dcterms:created xsi:type="dcterms:W3CDTF">2026-10-07T08:31:08Z</dcterms:created>
  <dcterms:modified xsi:type="dcterms:W3CDTF">2026-10-07T08:31:08Z</dcterms:modified>
</cp:coreProperties>
</file>